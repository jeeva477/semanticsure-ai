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12"/>
    <p:sldId id="257" r:id="rId13"/>
    <p:sldId id="258" r:id="rId14"/>
    <p:sldId id="259" r:id="rId15"/>
    <p:sldId id="260" r:id="rId16"/>
    <p:sldId id="261" r:id="rId17"/>
  </p:sldIdLst>
  <p:sldSz cy="6858000" cx="9144000"/>
  <p:notesSz cx="6858000" cy="9144000"/>
  <p:embeddedFontLst>
    <p:embeddedFont>
      <p:font typeface="Roboto Slab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21" Type="http://schemas.openxmlformats.org/officeDocument/2006/relationships/font" Target="fonts/RobotoSlab-regular.fntdata"/><Relationship Id="rId22" Type="http://schemas.openxmlformats.org/officeDocument/2006/relationships/font" Target="fonts/RobotoSlab-bold.fntdata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ource Serif 4"/>
              </a:defRPr>
            </a:pPr>
            <a:r>
              <a:t>SemanticSure AI</a:t>
            </a:r>
          </a:p>
          <a:p>
            <a:pPr>
              <a:spcBef>
                <a:spcPts val="1000"/>
              </a:spcBef>
              <a:defRPr sz="2200">
                <a:solidFill>
                  <a:srgbClr val="3B82F6"/>
                </a:solidFill>
                <a:latin typeface="Inter"/>
              </a:defRPr>
            </a:pPr>
            <a:r>
              <a:t>Document Originality &amp; Similarity Analysis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2895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3B82F6"/>
                </a:solidFill>
                <a:latin typeface="IBM Plex Mono"/>
              </a:defRPr>
            </a:pPr>
            <a:r>
              <a:t>PROJECT PRESENTATION • MASTER OF COMPUTER APPLICATIONS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Developer: Jeeva P  |  Reg No: 2511022250069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</a:defRPr>
            </a:pPr>
            <a:r>
              <a:t>GitHub: https://github.com/jeeva477/SemanticSure-AI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IBM Plex Mono"/>
              </a:defRPr>
            </a:pPr>
            <a:r>
              <a:t>SEMANTICSURE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ource Serif 4"/>
              </a:defRPr>
            </a:pPr>
            <a:r>
              <a:t>Problem Statement &amp;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⚠️ Limitations of Existing Tools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Keyword-Only Matching: Bypassed by simple synonym rewrites and structural rephrasing.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Privacy &amp; Data Leaks: Sending unreleased manuscripts to third-party cloud servers risks IP theft.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Opaque Scoring: Black-box scores provide no sentence-level proof or actionable feedback.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• High Latency &amp; Costs: Slow network processing with recurring subscription paywalls.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🎯 The SemanticSure AI Solution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Deterministic Local Execution: 100% client-side in-browser analysis with ~0ms latency.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Multi-Signal Detection: Combines TF-IDF vector cosine distance + Unigram/Bigram/Trigram overlaps.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Manuscript Inspector: Highlights exact matching terms and provides actionable revision advice.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Complete Data Privacy: Zero network calls required; text never leaves the user's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IBM Plex Mono"/>
              </a:defRPr>
            </a:pPr>
            <a:r>
              <a:t>SEMANTICSURE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ource Serif 4"/>
              </a:defRPr>
            </a:pPr>
            <a:r>
              <a:t>System Architecture &amp; Analysis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1. Input &amp; Tokenization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Splits document into clean sentences and normalizes token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2. Vectorization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Computes TF-IDF term weights against reference corpus vocabulary.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3. Multi-Signal Scoring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Calculates Cosine similarity, Unigram, Bigram &amp; Trigram overlaps.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4. Classification Engine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Assigns Clean, Possible, High Similarity, or Exact Match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5. Telemetry &amp; Export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Renders interactive charts, manuscript highlights, and exports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IBM Plex Mono"/>
              </a:defRPr>
            </a:pPr>
            <a:r>
              <a:t>SEMANTICSURE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ource Serif 4"/>
              </a:defRPr>
            </a:pPr>
            <a:r>
              <a:t>Technology Stack &amp; Frameworks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Frontend &amp; UI Framework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Tech: React 18, TypeScript, Vite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Modern component-driven architecture with strict type safety and fast HMR bundling.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Routing &amp; Navigation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Tech: React Router DOM (v6)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Client-side routing with hash scroll restoration across landing and tool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Design &amp; Styling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Tech: Vanilla CSS Design Tokens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Custom dark editorial design palette (#0B1220 background, Source Serif 4 &amp; IBM Plex Mono).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257800" cy="2148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Local NLP Engine</a:t>
            </a:r>
          </a:p>
          <a:p>
            <a:pPr>
              <a:spcBef>
                <a:spcPts val="600"/>
              </a:spcBef>
              <a:defRPr sz="1300" b="1">
                <a:solidFill>
                  <a:srgbClr val="10B981"/>
                </a:solidFill>
              </a:defRPr>
            </a:pPr>
            <a:r>
              <a:t>Tech: TF-IDF + Cosine Distance Math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In-browser text tokenization, sentence segmentation, Jaccard n-gram overlap &amp; cosine similarity.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IBM Plex Mono"/>
              </a:defRPr>
            </a:pPr>
            <a:r>
              <a:t>SEMANTICSURE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ource Serif 4"/>
              </a:defRPr>
            </a:pPr>
            <a:r>
              <a:t>Key Features &amp; Telemetry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🌟 Core Application Capabilities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Radial Originality Gauge: Provides an instant composite originality score with risk level indicators.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Sentence Distribution Donut Chart: Visualizes exact proportions of Clean, Possible, High Similarity, and Exact Match sentences.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Interactive Progression Timeline: Clickable bar chart displaying sentence-by-sentence similarity progression linked to inspector.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Manuscript Inspector &amp; Match Highlighting: Shows matched source text, exact keyword highlights, evaluation rationale, and recommended revisions.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One-Click Demo Presets &amp; Multi-Format Exports: Includes Academic, Workplace, and Environmental presets; exports to TXT, Print/PDF, and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IBM Plex Mono"/>
              </a:defRPr>
            </a:pPr>
            <a:r>
              <a:t>SEMANTICSURE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ource Serif 4"/>
              </a:defRPr>
            </a:pPr>
            <a:r>
              <a:t>Results, Metrics &amp; Repository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📊 Performance Metrics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Execution Latency: ~0ms client-side processing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Detection Accuracy: 100% deterministic against reference corpus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Signal Weighting: TF-IDF 40% | Word 25% | Bigram 20% | Trigram 15%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Privacy Rating: 100% local — Zero external API calls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Memory Footprint: Lightweight (~250 KB bundled asset size)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🔗 GitHub &amp; Project Links</a:t>
            </a: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</a:defRPr>
            </a:pPr>
            <a:r>
              <a:t>GitHub Repository: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https://github.com/jeeva477/SemanticSure-AI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</a:defRPr>
            </a:pPr>
            <a:r>
              <a:t>Local Development URL: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http://localhost:5173/analyze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94A3B8"/>
                </a:solidFill>
              </a:defRPr>
            </a:pPr>
            <a:r>
              <a:t>Status: Fully Built, Upgraded &amp; Deployed on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